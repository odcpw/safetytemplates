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3" Type="http://schemas.openxmlformats.org/officeDocument/2006/relationships/officeDocument" Target="ppt/presentation.xml" /><Relationship Id="rId4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0" y="91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[Company] — [Year]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411480"/>
          </a:xfrm>
          <a:prstGeom prst="rect">
            <a:avLst/>
          </a:prstGeom>
          <a:solidFill>
            <a:srgbClr val="C04E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955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accidents &amp; occupational illnesses (–30% each year)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651760" cy="6858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16642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work on safe installations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have risks under control"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246120" y="1371600"/>
            <a:ext cx="2651760" cy="6858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5087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9476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794760" y="16642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stay healthy and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reintegrate everyone"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217920" y="1371600"/>
            <a:ext cx="2651760" cy="6858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0876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Processes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766560" y="16642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have it under control —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planning to execution"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274320" y="2011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2011680" y="2011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(Examples — adapt to your company)</a:t>
            </a:r>
            <a:endParaRPr lang="en-US" sz="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40280"/>
          <a:ext cx="2651760" cy="914400"/>
        </p:xfrm>
        <a:graphic>
          <a:graphicData uri="http://schemas.openxmlformats.org/drawingml/2006/table">
            <a:tbl>
              <a:tblPr/>
              <a:tblGrid>
                <a:gridCol w="2651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Falls &amp; trips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 tools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Machines &amp; installations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Vehicles &amp; traffic routes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Confined spaces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at heights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safety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6120" y="2240280"/>
          <a:ext cx="2651760" cy="914400"/>
        </p:xfrm>
        <a:graphic>
          <a:graphicData uri="http://schemas.openxmlformats.org/drawingml/2006/table">
            <a:tbl>
              <a:tblPr/>
              <a:tblGrid>
                <a:gridCol w="2651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Noise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Dust / welding fumes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Chemicals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Ergonomics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Skin protection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240280"/>
          <a:ext cx="2651760" cy="914400"/>
        </p:xfrm>
        <a:graphic>
          <a:graphicData uri="http://schemas.openxmlformats.org/drawingml/2006/table">
            <a:tbl>
              <a:tblPr/>
              <a:tblGrid>
                <a:gridCol w="2651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Incident investigation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Safety dialogues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Hazard identification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&amp; communication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Permit to work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Contractor management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</a:tr>
            </a:tbl>
          </a:graphicData>
        </a:graphic>
      </p:graphicFrame>
      <p:sp>
        <p:nvSpPr>
          <p:cNvPr id="24" name="Shape 16"/>
          <p:cNvSpPr/>
          <p:nvPr/>
        </p:nvSpPr>
        <p:spPr>
          <a:xfrm>
            <a:off x="274320" y="4800600"/>
            <a:ext cx="8595360" cy="502920"/>
          </a:xfrm>
          <a:prstGeom prst="rect">
            <a:avLst/>
          </a:prstGeom>
          <a:solidFill>
            <a:srgbClr val="FAE5D3"/>
          </a:solidFill>
          <a:ln/>
        </p:spPr>
      </p:sp>
      <p:sp>
        <p:nvSpPr>
          <p:cNvPr id="25" name="Text 17"/>
          <p:cNvSpPr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KPIs:  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Lagging (accidents, lost days) + Leading (audits per manager, safety dialogues, near-miss reports)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VUV Art. 3–10 | UVG Art. 82 | EKAS 6508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Workplan Structure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Content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E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A: Topic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 areas from the roadmap (Safety, Health, Support Processes)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B: Exposed Persons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 of exposed workers → see Exposition sheet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C: Exposure Frequency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/ Medium / 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D: Severity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Concrete consequences of an accident or health damage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E: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Exposure × Severity → see Risk Matrix sheet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F: Approach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Protection measures or goals (STOP principle)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G+: Quarterly planning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Concrete actions per quarter. Colour green when complete.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389120"/>
            <a:ext cx="8229600" cy="12801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Principle for Measures: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4846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Substitution (eliminate hazard)     </a:t>
            </a:r>
            <a:pPr indent="0" marL="0">
              <a:buNone/>
            </a:pPr>
            <a:r>
              <a:rPr lang="en-US" sz="1000" b="1" dirty="0">
                <a:solidFill>
                  <a:srgbClr val="C0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Technical measures     </a:t>
            </a:r>
            <a:pPr indent="0" marL="0">
              <a:buNone/>
            </a:pPr>
            <a:r>
              <a:rPr lang="en-US" sz="1000" b="1" dirty="0">
                <a:solidFill>
                  <a:srgbClr val="C0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Organisational measures     </a:t>
            </a:r>
            <a:pPr indent="0" marL="0">
              <a:buNone/>
            </a:pPr>
            <a:r>
              <a:rPr lang="en-US" sz="1000" b="1" dirty="0">
                <a:solidFill>
                  <a:srgbClr val="C0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Personal protective equipment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workplan → Excel template 'Template_Safety_Roadmap'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0f20d95-30f1-4757-92d7-5495691a0c29}" enabled="1" method="Privileged" siteId="{98616167-5668-4e66-acbf-925e81df8b0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SAFETY ROADMAP</dc:title>
  <dc:subject>PptxGenJS Presentation</dc:subject>
  <dc:creator>Safety Management System</dc:creator>
  <cp:lastModifiedBy>Safety Management System</cp:lastModifiedBy>
  <cp:revision>1</cp:revision>
  <dcterms:created xsi:type="dcterms:W3CDTF">2026-03-16T07:35:19Z</dcterms:created>
  <dcterms:modified xsi:type="dcterms:W3CDTF">2026-03-16T07:35:19Z</dcterms:modified>
</cp:coreProperties>
</file>