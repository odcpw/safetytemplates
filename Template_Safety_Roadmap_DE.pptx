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3" Type="http://schemas.openxmlformats.org/officeDocument/2006/relationships/officeDocument" Target="ppt/presentation.xml" /><Relationship Id="rId4" Type="http://schemas.microsoft.com/office/2020/02/relationships/classificationlabels" Target="docMetadata/LabelInfo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0404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AS/GS ROAD MAP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0" y="91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[Firma] — [Jahr]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411480"/>
          </a:xfrm>
          <a:prstGeom prst="rect">
            <a:avLst/>
          </a:prstGeom>
          <a:solidFill>
            <a:srgbClr val="C04E1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7955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Null Unfälle &amp; Berufskrankheiten (–30% jedes Jahr)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2651760" cy="685800"/>
          </a:xfrm>
          <a:prstGeom prst="rect">
            <a:avLst/>
          </a:prstGeom>
          <a:solidFill>
            <a:srgbClr val="40404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087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6642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«Wir arbeiten an sicheren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Anlagen und haben die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unter Kontrolle»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3246120" y="1371600"/>
            <a:ext cx="2651760" cy="685800"/>
          </a:xfrm>
          <a:prstGeom prst="rect">
            <a:avLst/>
          </a:prstGeom>
          <a:solidFill>
            <a:srgbClr val="40404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5087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9476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Gesundheit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794760" y="16642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«Wir bleiben gesund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gliedern alle ein»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217920" y="1371600"/>
            <a:ext cx="2651760" cy="685800"/>
          </a:xfrm>
          <a:prstGeom prst="rect">
            <a:avLst/>
          </a:prstGeom>
          <a:solidFill>
            <a:srgbClr val="40404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50876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6656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Prozesse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766560" y="16642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«Wir haben es im Griff —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der Planung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zur Ausführung»</a:t>
            </a:r>
            <a:endParaRPr lang="en-US" sz="750" dirty="0"/>
          </a:p>
        </p:txBody>
      </p:sp>
      <p:sp>
        <p:nvSpPr>
          <p:cNvPr id="19" name="Text 14"/>
          <p:cNvSpPr/>
          <p:nvPr/>
        </p:nvSpPr>
        <p:spPr>
          <a:xfrm>
            <a:off x="274320" y="20116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Fokus Bereiche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2011680" y="20116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(Beispiele — an Ihren Betrieb anpassen)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240280"/>
          <a:ext cx="2651760" cy="914400"/>
        </p:xfrm>
        <a:graphic>
          <a:graphicData uri="http://schemas.openxmlformats.org/drawingml/2006/table">
            <a:tbl>
              <a:tblPr/>
              <a:tblGrid>
                <a:gridCol w="2651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Stürzen &amp; Stolpern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Handwerkzeuge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Maschinen &amp; Anlagen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Fahrzeuge &amp; Verkehrswege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 Räume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Arbeiten in der Höhe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Elektrosicherheit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6120" y="2240280"/>
          <a:ext cx="2651760" cy="914400"/>
        </p:xfrm>
        <a:graphic>
          <a:graphicData uri="http://schemas.openxmlformats.org/drawingml/2006/table">
            <a:tbl>
              <a:tblPr/>
              <a:tblGrid>
                <a:gridCol w="2651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Lärm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 &amp; Schweissrauch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Chemikalien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Ergonomie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Hautschutz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240280"/>
          <a:ext cx="2651760" cy="914400"/>
        </p:xfrm>
        <a:graphic>
          <a:graphicData uri="http://schemas.openxmlformats.org/drawingml/2006/table">
            <a:tbl>
              <a:tblPr/>
              <a:tblGrid>
                <a:gridCol w="2651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Ereignisbehandlung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Sicherheitsgespräche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Gefährdungsermittlung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Ausbildung &amp; Kommunikation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Arbeitsbewilligungen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Fremdfirmen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</a:tr>
            </a:tbl>
          </a:graphicData>
        </a:graphic>
      </p:graphicFrame>
      <p:sp>
        <p:nvSpPr>
          <p:cNvPr id="24" name="Shape 16"/>
          <p:cNvSpPr/>
          <p:nvPr/>
        </p:nvSpPr>
        <p:spPr>
          <a:xfrm>
            <a:off x="274320" y="4800600"/>
            <a:ext cx="8595360" cy="502920"/>
          </a:xfrm>
          <a:prstGeom prst="rect">
            <a:avLst/>
          </a:prstGeom>
          <a:solidFill>
            <a:srgbClr val="FAE5D3"/>
          </a:solidFill>
          <a:ln/>
        </p:spPr>
      </p:sp>
      <p:sp>
        <p:nvSpPr>
          <p:cNvPr id="25" name="Text 17"/>
          <p:cNvSpPr/>
          <p:nvPr/>
        </p:nvSpPr>
        <p:spPr>
          <a:xfrm>
            <a:off x="457200" y="4846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Kennzahlen: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Verzögert (Unfälle, Ausfalltage) + Vorausblickend (Audits pro FK, Sicherheitsgespräche, Meldungen)</a:t>
            </a:r>
            <a:endParaRPr lang="en-US" sz="1000" dirty="0"/>
          </a:p>
        </p:txBody>
      </p:sp>
      <p:sp>
        <p:nvSpPr>
          <p:cNvPr id="26" name="Text 18"/>
          <p:cNvSpPr/>
          <p:nvPr/>
        </p:nvSpPr>
        <p:spPr>
          <a:xfrm>
            <a:off x="27432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VUV Art. 3–10 | UVG Art. 82 | EKAS 6508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0404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 Arbeitsplan</a:t>
            </a:r>
            <a:endParaRPr lang="en-US" sz="2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Spalte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4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4E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Thema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Fokus Bereiche aus der Roadmap (Sicherheit, Gesundheit, Support Prozesse)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Exponierte Personen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Anzahl exponierte MA → siehe Blatt «Exposition»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Expositionshäufigkeit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 / Mittel / Tief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D: Schweregrad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Konkrete Folgen eines Unfalls/Gesundheitsschadens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E: Risiko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 Exposition × Schwere → siehe Blatt «Risikomatrix»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F: Ansatz / Schutzziel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Schutzmassnahmen oder -ziele (STOP-Prinzip)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G+: Quartalsplanung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Konkrete Massnahmen pro Quartal. Grün färben wenn erledigt.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389120"/>
            <a:ext cx="8229600" cy="12801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480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STOP-Prinzip für Massnahmen: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48463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Substitution (Gefahr beseitigen)     </a:t>
            </a:r>
            <a:pPr indent="0" marL="0">
              <a:buNone/>
            </a:pPr>
            <a:r>
              <a:rPr lang="en-US" sz="1000" b="1" dirty="0">
                <a:solidFill>
                  <a:srgbClr val="C0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Technische Massnahmen     </a:t>
            </a:r>
            <a:pPr indent="0" marL="0">
              <a:buNone/>
            </a:pPr>
            <a:r>
              <a:rPr lang="en-US" sz="1000" b="1" dirty="0">
                <a:solidFill>
                  <a:srgbClr val="C0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Organisatorische Massnahmen     </a:t>
            </a:r>
            <a:pPr indent="0" marL="0">
              <a:buNone/>
            </a:pPr>
            <a:r>
              <a:rPr lang="en-US" sz="1000" b="1" dirty="0">
                <a:solidFill>
                  <a:srgbClr val="C0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Persönliche Schutzausrüstung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6309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FB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Detaillierter Arbeitsplan → Excel Vorlage «Template_Safety_Roadmap»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40f20d95-30f1-4757-92d7-5495691a0c29}" enabled="1" method="Privileged" siteId="{98616167-5668-4e66-acbf-925e81df8b0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AS/GS ROAD MAP</dc:title>
  <dc:subject>PptxGenJS Presentation</dc:subject>
  <dc:creator>Safety Management System</dc:creator>
  <cp:lastModifiedBy>Safety Management System</cp:lastModifiedBy>
  <cp:revision>1</cp:revision>
  <dcterms:created xsi:type="dcterms:W3CDTF">2026-03-16T07:35:19Z</dcterms:created>
  <dcterms:modified xsi:type="dcterms:W3CDTF">2026-03-16T07:35:19Z</dcterms:modified>
</cp:coreProperties>
</file>