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3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SÉCURITÉ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0" y="91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[Entreprise] — [Année]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C04E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95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accidents &amp; maladies professionnelles (–30% chaque année)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651760" cy="6858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Nous travaillons sur des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installations sûres et maîtrisons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risques »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46120" y="1371600"/>
            <a:ext cx="2651760" cy="6858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087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9476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Nous restons en bonne santé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réintégrons tout le monde »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651760" cy="6858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de support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76656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Nous maîtrisons tout —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planification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l'exécution »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274320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 principaux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011680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(Exemples — adapter à votre entreprise)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2651760" cy="914400"/>
        </p:xfrm>
        <a:graphic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Chutes &amp; trébuchements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Outillage à main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Machines &amp; installations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Véhicules &amp; voies de circ.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Espaces confinés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Travail en hauteur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Sécurité électrique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2240280"/>
          <a:ext cx="2651760" cy="914400"/>
        </p:xfrm>
        <a:graphic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Poussières / fumées soudage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Produits chimiques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Ergonomie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 de la peau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40280"/>
          <a:ext cx="2651760" cy="914400"/>
        </p:xfrm>
        <a:graphic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Traitement des événements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Dialogues sécurité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Détermination des dangers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Formation &amp; communication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 de travail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Entreprises tierces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sp>
        <p:nvSpPr>
          <p:cNvPr id="24" name="Shape 16"/>
          <p:cNvSpPr/>
          <p:nvPr/>
        </p:nvSpPr>
        <p:spPr>
          <a:xfrm>
            <a:off x="274320" y="4800600"/>
            <a:ext cx="8595360" cy="502920"/>
          </a:xfrm>
          <a:prstGeom prst="rect">
            <a:avLst/>
          </a:prstGeom>
          <a:solidFill>
            <a:srgbClr val="FAE5D3"/>
          </a:solidFill>
          <a:ln/>
        </p:spPr>
      </p:sp>
      <p:sp>
        <p:nvSpPr>
          <p:cNvPr id="25" name="Text 17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: 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Retardés (accidents, jours d'absence) + Avancés (audits par cadre, dialogues sécurité, signalements)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Art. 3–10 | LAA Art. 82 | CFST 6508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du plan de travail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Colonne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Contenu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E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: Thème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Axes principaux de la feuille de route (Sécurité, Santé, Processus de support)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: Personnes exposées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 travailleurs exposés → voir feuille « Exposition 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: Fréquence d'exposition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Haute / Moyenne / Basse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: Gravité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Conséquences concrètes d'un accident ou d'une atteinte à la santé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: Risque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Exposition × Gravité → voir feuille « Matrice de risque 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: Approche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Mesures de protection ou objectifs (principe STOP)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G+ : Planification trimestrielle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Actions concrètes par trimestre. Colorez en vert une fois terminé.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89120"/>
            <a:ext cx="8229600" cy="12801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STOP pour les mesures 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846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Substitution (éliminer le danger)     </a:t>
            </a:r>
            <a:pPr indent="0" marL="0">
              <a:buNone/>
            </a:pPr>
            <a:r>
              <a:rPr lang="en-US" sz="1000" b="1" dirty="0">
                <a:solidFill>
                  <a:srgbClr val="C0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Mesures techniques     </a:t>
            </a:r>
            <a:pPr indent="0" marL="0">
              <a:buNone/>
            </a:pPr>
            <a:r>
              <a:rPr lang="en-US" sz="1000" b="1" dirty="0">
                <a:solidFill>
                  <a:srgbClr val="C0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Mesures organisationnelles     </a:t>
            </a:r>
            <a:pPr indent="0" marL="0">
              <a:buNone/>
            </a:pPr>
            <a:r>
              <a:rPr lang="en-US" sz="1000" b="1" dirty="0">
                <a:solidFill>
                  <a:srgbClr val="C0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Équipement de protection individuelle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travail détaillé → modèle Excel « Template_Safety_Roadmap »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0f20d95-30f1-4757-92d7-5495691a0c29}" enabled="1" method="Privileged" siteId="{98616167-5668-4e66-acbf-925e81df8b0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FEUILLE DE ROUTE SÉCURITÉ</dc:title>
  <dc:subject>PptxGenJS Presentation</dc:subject>
  <dc:creator>Safety Management System</dc:creator>
  <cp:lastModifiedBy>Safety Management System</cp:lastModifiedBy>
  <cp:revision>1</cp:revision>
  <dcterms:created xsi:type="dcterms:W3CDTF">2026-03-16T07:35:19Z</dcterms:created>
  <dcterms:modified xsi:type="dcterms:W3CDTF">2026-03-16T07:35:19Z</dcterms:modified>
</cp:coreProperties>
</file>